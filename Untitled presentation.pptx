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abf9a5ef933b18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abf9a5ef933b18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abf9a5ef933b188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abf9a5ef933b18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430b317992906b4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430b317992906b4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f1afc2f2f309fa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1f1afc2f2f309fa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f1afc2f2f309fa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f1afc2f2f309fa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f1afc2f2f309fa4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f1afc2f2f309fa4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f1afc2f2f309fa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f1afc2f2f309fa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f1afc2f2f309fa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f1afc2f2f309fa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f1afc2f2f309fa4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f1afc2f2f309fa4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Travel Agency Website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~WD-11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076591" y="4023659"/>
            <a:ext cx="7315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Arshad Ahmed Shareef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757400" y="-401251"/>
            <a:ext cx="5629200" cy="23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Team Members:</a:t>
            </a:r>
            <a:endParaRPr sz="5100"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691200" y="2715475"/>
            <a:ext cx="7485000" cy="20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1.Arshad Ahmed Shareef-160420735031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 2.Aliza Gowlani-160419737065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 3.Mohammed Ghouse-160419735073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80911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/>
              <a:t>Technology Used. </a:t>
            </a:r>
            <a:endParaRPr b="1" sz="3500"/>
          </a:p>
        </p:txBody>
      </p:sp>
      <p:sp>
        <p:nvSpPr>
          <p:cNvPr id="68" name="Google Shape;68;p15"/>
          <p:cNvSpPr txBox="1"/>
          <p:nvPr/>
        </p:nvSpPr>
        <p:spPr>
          <a:xfrm>
            <a:off x="914400" y="1381826"/>
            <a:ext cx="73152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1.</a:t>
            </a:r>
            <a:r>
              <a:rPr lang="en" sz="2800"/>
              <a:t>Html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2.Css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       2.1:Glassmorphism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0" y="420171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RESOURCES:</a:t>
            </a:r>
            <a:endParaRPr b="1" sz="3200"/>
          </a:p>
        </p:txBody>
      </p:sp>
      <p:sp>
        <p:nvSpPr>
          <p:cNvPr id="74" name="Google Shape;74;p16"/>
          <p:cNvSpPr txBox="1"/>
          <p:nvPr/>
        </p:nvSpPr>
        <p:spPr>
          <a:xfrm>
            <a:off x="914399" y="2157153"/>
            <a:ext cx="7315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1.Icons:IonicIcons.com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2.Images:Unsplash.com, pixel.com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914399" y="279199"/>
            <a:ext cx="73152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Output :</a:t>
            </a:r>
            <a:endParaRPr sz="330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650" y="973699"/>
            <a:ext cx="7190700" cy="3865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8350"/>
            <a:ext cx="8839200" cy="4126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11113"/>
            <a:ext cx="8839200" cy="4121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24925"/>
            <a:ext cx="8839200" cy="4093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94538"/>
            <a:ext cx="8839200" cy="415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914399" y="2157153"/>
            <a:ext cx="7315200" cy="11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/>
              <a:t>THANK YOU</a:t>
            </a:r>
            <a:endParaRPr sz="6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